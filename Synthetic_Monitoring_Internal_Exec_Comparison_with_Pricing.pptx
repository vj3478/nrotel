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Monitoring Tools — Internal Endpoint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of self-hostable and hybrid synthetic monitoring solutions</a:t>
            </a:r>
          </a:p>
          <a:p>
            <a:r>
              <a:t>with internal/private endpoint coverage and 20M+ check scalability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Identify monitoring tools deployable within controlled environments for internal endpoint coverage.</a:t>
            </a:r>
          </a:p>
          <a:p>
            <a:pPr lvl="1"/>
            <a:r>
              <a:t>Scope: Excludes SaaS-only tools (New Relic, Datadog).</a:t>
            </a:r>
          </a:p>
          <a:p>
            <a:pPr lvl="1"/>
            <a:r>
              <a:t>Focus: Tools that support self-hosting or private deployment with browser/API/Ping monitors.</a:t>
            </a:r>
          </a:p>
          <a:p>
            <a:pPr lvl="1"/>
            <a:r>
              <a:t>Outcome: 10 viable enterprise and open-source tools that meet internal monitoring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Feature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207818">
                <a:tc>
                  <a:txBody>
                    <a:bodyPr/>
                    <a:lstStyle/>
                    <a:p>
                      <a:r>
                        <a:rPr b="1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Catchpoint (Private Nodes)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Dynatrace (Synthetic Private Locations)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Splunk Synthetic (Private Locations)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AWS CloudWatch Synthetics (VPC)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Checkly (Private Locations)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Grafana Cloud Synthetic (Blackbox + k6)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Prometheus Blackbox Exporter (OSS)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Grafana k6 (OSS)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Zabbix (OSS)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Nagios / Icinga (OSS)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Ping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API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Step Monitor (No-code)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Scripted Browser Monitor (Node.js)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Page Link Crawler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Page Load Performance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SSL Certificate Expiration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Global 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Private 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Real Browser Emulation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Device Emulation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Detailed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Summary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Failures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SLA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Alerting &amp;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CI/CD &amp; 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Scheduling &amp; Frequency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Role-Based Access Control (RBAC)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Dashboards &amp; Custom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t>Auto-remediation / Workflow Triggers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strategy for internal synthetic monitoring:</a:t>
            </a:r>
          </a:p>
          <a:p>
            <a:pPr lvl="1"/>
            <a:r>
              <a:t>• Enterprise-grade: Catchpoint or Dynatrace for SLA-backed, large-scale environments</a:t>
            </a:r>
          </a:p>
          <a:p>
            <a:pPr lvl="1"/>
            <a:r>
              <a:t>• Cost-optimized: Checkly Private Locations (Playwright-based) or Splunk Synthetic</a:t>
            </a:r>
          </a:p>
          <a:p>
            <a:pPr lvl="1"/>
            <a:r>
              <a:t>• Open-source stack: Grafana k6 + Prometheus Blackbox + Scheduler + RBAC layer</a:t>
            </a:r>
          </a:p>
          <a:p>
            <a:pPr lvl="1"/>
            <a:r>
              <a:t>• Use AWS CloudWatch Synthetics for intra-VPC checks or hybrid integrations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Architecture for Internal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design practices for high-volume internal synthetic monitoring:</a:t>
            </a:r>
          </a:p>
          <a:p>
            <a:pPr lvl="1"/>
            <a:r>
              <a:t>• Use sharded schedulers + distributed workers (Kubernetes, Fargate, or ECS).</a:t>
            </a:r>
          </a:p>
          <a:p>
            <a:pPr lvl="1"/>
            <a:r>
              <a:t>• Host probes in internal VPCs or DMZs; ensure TLS cert rotation.</a:t>
            </a:r>
          </a:p>
          <a:p>
            <a:pPr lvl="1"/>
            <a:r>
              <a:t>• Push metrics to Prometheus/Grafana/Observe; maintain SLA dashboards.</a:t>
            </a:r>
          </a:p>
          <a:p>
            <a:pPr lvl="1"/>
            <a:r>
              <a:t>• Use CI/CD hooks to deploy new checks automatically from repos.</a:t>
            </a:r>
          </a:p>
          <a:p>
            <a:pPr lvl="1"/>
            <a:r>
              <a:t>• Integrate alerting and auto-remediation workflows via PagerDuty or Runbook triggers.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Overview (Estimated Ranges)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Estimated monthly cost based on public pricing and enterprise disclosures:</a:t>
            </a:r>
          </a:p>
          <a:p>
            <a:pPr lvl="1"/>
            <a:r>
              <a:t>Catchpoint (Private Nodes): Enterprise license; ~$2–5 per 1k checks/mo (SLA-dependent)</a:t>
            </a:r>
          </a:p>
          <a:p>
            <a:pPr lvl="1"/>
            <a:r>
              <a:t>Dynatrace (Synthetic Private Locations): Bundled; ~$0.10–0.25 per 1k checks</a:t>
            </a:r>
          </a:p>
          <a:p>
            <a:pPr lvl="1"/>
            <a:r>
              <a:t>Splunk Synthetic (Private Locations): Enterprise-tier; ~$2–4 per 1k checks</a:t>
            </a:r>
          </a:p>
          <a:p>
            <a:pPr lvl="1"/>
            <a:r>
              <a:t>AWS CloudWatch Synthetics (VPC): Pay-per-run; ~$0.0012/run + Lambda cost (~$1.2 per 1k)</a:t>
            </a:r>
          </a:p>
          <a:p>
            <a:pPr lvl="1"/>
            <a:r>
              <a:t>Checkly (Private Locations): SaaS + self-host; ~$20/mo per 10k checks + runner cost</a:t>
            </a:r>
          </a:p>
          <a:p>
            <a:pPr lvl="1"/>
            <a:r>
              <a:t>Grafana Cloud Synthetic (Blackbox + k6): Cloud ~$5–10 per 10k checks or free if self-hosted</a:t>
            </a:r>
          </a:p>
          <a:p>
            <a:pPr lvl="1"/>
            <a:r>
              <a:t>Prometheus Blackbox Exporter (OSS): Free; infra + maintenance costs only</a:t>
            </a:r>
          </a:p>
          <a:p>
            <a:pPr lvl="1"/>
            <a:r>
              <a:t>Grafana k6 (OSS): Free; self-host (k6 Cloud $59+/mo optional)</a:t>
            </a:r>
          </a:p>
          <a:p>
            <a:pPr lvl="1"/>
            <a:r>
              <a:t>Zabbix (OSS): Free; optional support subscription</a:t>
            </a:r>
          </a:p>
          <a:p>
            <a:pPr lvl="1"/>
            <a:r>
              <a:t>Nagios / Icinga (OSS): Free; optional enterprise support ($1k–$5k/yr)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